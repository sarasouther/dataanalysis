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7162800" cy="5486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74"/>
  </p:normalViewPr>
  <p:slideViewPr>
    <p:cSldViewPr snapToGrid="0" snapToObjects="1">
      <p:cViewPr varScale="1">
        <p:scale>
          <a:sx n="155" d="100"/>
          <a:sy n="155" d="100"/>
        </p:scale>
        <p:origin x="6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7210" y="897890"/>
            <a:ext cx="6088380" cy="1910080"/>
          </a:xfrm>
        </p:spPr>
        <p:txBody>
          <a:bodyPr anchor="b"/>
          <a:lstStyle>
            <a:lvl1pPr algn="ctr">
              <a:defRPr sz="4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5350" y="2881630"/>
            <a:ext cx="5372100" cy="1324610"/>
          </a:xfrm>
        </p:spPr>
        <p:txBody>
          <a:bodyPr/>
          <a:lstStyle>
            <a:lvl1pPr marL="0" indent="0" algn="ctr">
              <a:buNone/>
              <a:defRPr sz="1880"/>
            </a:lvl1pPr>
            <a:lvl2pPr marL="358125" indent="0" algn="ctr">
              <a:buNone/>
              <a:defRPr sz="1567"/>
            </a:lvl2pPr>
            <a:lvl3pPr marL="716250" indent="0" algn="ctr">
              <a:buNone/>
              <a:defRPr sz="1410"/>
            </a:lvl3pPr>
            <a:lvl4pPr marL="1074374" indent="0" algn="ctr">
              <a:buNone/>
              <a:defRPr sz="1253"/>
            </a:lvl4pPr>
            <a:lvl5pPr marL="1432499" indent="0" algn="ctr">
              <a:buNone/>
              <a:defRPr sz="1253"/>
            </a:lvl5pPr>
            <a:lvl6pPr marL="1790624" indent="0" algn="ctr">
              <a:buNone/>
              <a:defRPr sz="1253"/>
            </a:lvl6pPr>
            <a:lvl7pPr marL="2148749" indent="0" algn="ctr">
              <a:buNone/>
              <a:defRPr sz="1253"/>
            </a:lvl7pPr>
            <a:lvl8pPr marL="2506873" indent="0" algn="ctr">
              <a:buNone/>
              <a:defRPr sz="1253"/>
            </a:lvl8pPr>
            <a:lvl9pPr marL="2864998" indent="0" algn="ctr">
              <a:buNone/>
              <a:defRPr sz="125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D3CB2-36C9-2F43-815E-C0DF7EED0CB3}" type="datetimeFigureOut">
              <a:rPr lang="en-US" smtClean="0"/>
              <a:t>2/21/22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9864B-95E7-4C44-996F-AE60ECE43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503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D3CB2-36C9-2F43-815E-C0DF7EED0CB3}" type="datetimeFigureOut">
              <a:rPr lang="en-US" smtClean="0"/>
              <a:t>2/21/22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9864B-95E7-4C44-996F-AE60ECE43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844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8712" y="1367791"/>
            <a:ext cx="6177915" cy="2282190"/>
          </a:xfrm>
        </p:spPr>
        <p:txBody>
          <a:bodyPr anchor="b"/>
          <a:lstStyle>
            <a:lvl1pPr>
              <a:defRPr sz="4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8712" y="3671571"/>
            <a:ext cx="6177915" cy="1200150"/>
          </a:xfrm>
        </p:spPr>
        <p:txBody>
          <a:bodyPr/>
          <a:lstStyle>
            <a:lvl1pPr marL="0" indent="0">
              <a:buNone/>
              <a:defRPr sz="1880">
                <a:solidFill>
                  <a:schemeClr val="tx1"/>
                </a:solidFill>
              </a:defRPr>
            </a:lvl1pPr>
            <a:lvl2pPr marL="358125" indent="0">
              <a:buNone/>
              <a:defRPr sz="1567">
                <a:solidFill>
                  <a:schemeClr val="tx1">
                    <a:tint val="75000"/>
                  </a:schemeClr>
                </a:solidFill>
              </a:defRPr>
            </a:lvl2pPr>
            <a:lvl3pPr marL="716250" indent="0">
              <a:buNone/>
              <a:defRPr sz="1410">
                <a:solidFill>
                  <a:schemeClr val="tx1">
                    <a:tint val="75000"/>
                  </a:schemeClr>
                </a:solidFill>
              </a:defRPr>
            </a:lvl3pPr>
            <a:lvl4pPr marL="1074374" indent="0">
              <a:buNone/>
              <a:defRPr sz="1253">
                <a:solidFill>
                  <a:schemeClr val="tx1">
                    <a:tint val="75000"/>
                  </a:schemeClr>
                </a:solidFill>
              </a:defRPr>
            </a:lvl4pPr>
            <a:lvl5pPr marL="1432499" indent="0">
              <a:buNone/>
              <a:defRPr sz="1253">
                <a:solidFill>
                  <a:schemeClr val="tx1">
                    <a:tint val="75000"/>
                  </a:schemeClr>
                </a:solidFill>
              </a:defRPr>
            </a:lvl5pPr>
            <a:lvl6pPr marL="1790624" indent="0">
              <a:buNone/>
              <a:defRPr sz="1253">
                <a:solidFill>
                  <a:schemeClr val="tx1">
                    <a:tint val="75000"/>
                  </a:schemeClr>
                </a:solidFill>
              </a:defRPr>
            </a:lvl6pPr>
            <a:lvl7pPr marL="2148749" indent="0">
              <a:buNone/>
              <a:defRPr sz="1253">
                <a:solidFill>
                  <a:schemeClr val="tx1">
                    <a:tint val="75000"/>
                  </a:schemeClr>
                </a:solidFill>
              </a:defRPr>
            </a:lvl7pPr>
            <a:lvl8pPr marL="2506873" indent="0">
              <a:buNone/>
              <a:defRPr sz="1253">
                <a:solidFill>
                  <a:schemeClr val="tx1">
                    <a:tint val="75000"/>
                  </a:schemeClr>
                </a:solidFill>
              </a:defRPr>
            </a:lvl8pPr>
            <a:lvl9pPr marL="2864998" indent="0">
              <a:buNone/>
              <a:defRPr sz="125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D3CB2-36C9-2F43-815E-C0DF7EED0CB3}" type="datetimeFigureOut">
              <a:rPr lang="en-US" smtClean="0"/>
              <a:t>2/21/22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9864B-95E7-4C44-996F-AE60ECE43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158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2443" y="1460500"/>
            <a:ext cx="3044190" cy="34810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26168" y="1460500"/>
            <a:ext cx="3044190" cy="34810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D3CB2-36C9-2F43-815E-C0DF7EED0CB3}" type="datetimeFigureOut">
              <a:rPr lang="en-US" smtClean="0"/>
              <a:t>2/21/22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9864B-95E7-4C44-996F-AE60ECE43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402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3375" y="292101"/>
            <a:ext cx="6177915" cy="106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3376" y="1344930"/>
            <a:ext cx="3030200" cy="659130"/>
          </a:xfrm>
        </p:spPr>
        <p:txBody>
          <a:bodyPr anchor="b"/>
          <a:lstStyle>
            <a:lvl1pPr marL="0" indent="0">
              <a:buNone/>
              <a:defRPr sz="1880" b="1"/>
            </a:lvl1pPr>
            <a:lvl2pPr marL="358125" indent="0">
              <a:buNone/>
              <a:defRPr sz="1567" b="1"/>
            </a:lvl2pPr>
            <a:lvl3pPr marL="716250" indent="0">
              <a:buNone/>
              <a:defRPr sz="1410" b="1"/>
            </a:lvl3pPr>
            <a:lvl4pPr marL="1074374" indent="0">
              <a:buNone/>
              <a:defRPr sz="1253" b="1"/>
            </a:lvl4pPr>
            <a:lvl5pPr marL="1432499" indent="0">
              <a:buNone/>
              <a:defRPr sz="1253" b="1"/>
            </a:lvl5pPr>
            <a:lvl6pPr marL="1790624" indent="0">
              <a:buNone/>
              <a:defRPr sz="1253" b="1"/>
            </a:lvl6pPr>
            <a:lvl7pPr marL="2148749" indent="0">
              <a:buNone/>
              <a:defRPr sz="1253" b="1"/>
            </a:lvl7pPr>
            <a:lvl8pPr marL="2506873" indent="0">
              <a:buNone/>
              <a:defRPr sz="1253" b="1"/>
            </a:lvl8pPr>
            <a:lvl9pPr marL="2864998" indent="0">
              <a:buNone/>
              <a:defRPr sz="125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3376" y="2004060"/>
            <a:ext cx="3030200" cy="29476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26168" y="1344930"/>
            <a:ext cx="3045123" cy="659130"/>
          </a:xfrm>
        </p:spPr>
        <p:txBody>
          <a:bodyPr anchor="b"/>
          <a:lstStyle>
            <a:lvl1pPr marL="0" indent="0">
              <a:buNone/>
              <a:defRPr sz="1880" b="1"/>
            </a:lvl1pPr>
            <a:lvl2pPr marL="358125" indent="0">
              <a:buNone/>
              <a:defRPr sz="1567" b="1"/>
            </a:lvl2pPr>
            <a:lvl3pPr marL="716250" indent="0">
              <a:buNone/>
              <a:defRPr sz="1410" b="1"/>
            </a:lvl3pPr>
            <a:lvl4pPr marL="1074374" indent="0">
              <a:buNone/>
              <a:defRPr sz="1253" b="1"/>
            </a:lvl4pPr>
            <a:lvl5pPr marL="1432499" indent="0">
              <a:buNone/>
              <a:defRPr sz="1253" b="1"/>
            </a:lvl5pPr>
            <a:lvl6pPr marL="1790624" indent="0">
              <a:buNone/>
              <a:defRPr sz="1253" b="1"/>
            </a:lvl6pPr>
            <a:lvl7pPr marL="2148749" indent="0">
              <a:buNone/>
              <a:defRPr sz="1253" b="1"/>
            </a:lvl7pPr>
            <a:lvl8pPr marL="2506873" indent="0">
              <a:buNone/>
              <a:defRPr sz="1253" b="1"/>
            </a:lvl8pPr>
            <a:lvl9pPr marL="2864998" indent="0">
              <a:buNone/>
              <a:defRPr sz="125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26168" y="2004060"/>
            <a:ext cx="3045123" cy="29476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D3CB2-36C9-2F43-815E-C0DF7EED0CB3}" type="datetimeFigureOut">
              <a:rPr lang="en-US" smtClean="0"/>
              <a:t>2/21/22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9864B-95E7-4C44-996F-AE60ECE43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8995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D3CB2-36C9-2F43-815E-C0DF7EED0CB3}" type="datetimeFigureOut">
              <a:rPr lang="en-US" smtClean="0"/>
              <a:t>2/21/22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9864B-95E7-4C44-996F-AE60ECE43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1972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D3CB2-36C9-2F43-815E-C0DF7EED0CB3}" type="datetimeFigureOut">
              <a:rPr lang="en-US" smtClean="0"/>
              <a:t>2/21/22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9864B-95E7-4C44-996F-AE60ECE43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344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3376" y="365760"/>
            <a:ext cx="2310189" cy="1280160"/>
          </a:xfrm>
        </p:spPr>
        <p:txBody>
          <a:bodyPr anchor="b"/>
          <a:lstStyle>
            <a:lvl1pPr>
              <a:defRPr sz="250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5123" y="789941"/>
            <a:ext cx="3626168" cy="3898900"/>
          </a:xfrm>
        </p:spPr>
        <p:txBody>
          <a:bodyPr/>
          <a:lstStyle>
            <a:lvl1pPr>
              <a:defRPr sz="2507"/>
            </a:lvl1pPr>
            <a:lvl2pPr>
              <a:defRPr sz="2193"/>
            </a:lvl2pPr>
            <a:lvl3pPr>
              <a:defRPr sz="1880"/>
            </a:lvl3pPr>
            <a:lvl4pPr>
              <a:defRPr sz="1567"/>
            </a:lvl4pPr>
            <a:lvl5pPr>
              <a:defRPr sz="1567"/>
            </a:lvl5pPr>
            <a:lvl6pPr>
              <a:defRPr sz="1567"/>
            </a:lvl6pPr>
            <a:lvl7pPr>
              <a:defRPr sz="1567"/>
            </a:lvl7pPr>
            <a:lvl8pPr>
              <a:defRPr sz="1567"/>
            </a:lvl8pPr>
            <a:lvl9pPr>
              <a:defRPr sz="15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3376" y="1645920"/>
            <a:ext cx="2310189" cy="3049270"/>
          </a:xfrm>
        </p:spPr>
        <p:txBody>
          <a:bodyPr/>
          <a:lstStyle>
            <a:lvl1pPr marL="0" indent="0">
              <a:buNone/>
              <a:defRPr sz="1253"/>
            </a:lvl1pPr>
            <a:lvl2pPr marL="358125" indent="0">
              <a:buNone/>
              <a:defRPr sz="1097"/>
            </a:lvl2pPr>
            <a:lvl3pPr marL="716250" indent="0">
              <a:buNone/>
              <a:defRPr sz="940"/>
            </a:lvl3pPr>
            <a:lvl4pPr marL="1074374" indent="0">
              <a:buNone/>
              <a:defRPr sz="783"/>
            </a:lvl4pPr>
            <a:lvl5pPr marL="1432499" indent="0">
              <a:buNone/>
              <a:defRPr sz="783"/>
            </a:lvl5pPr>
            <a:lvl6pPr marL="1790624" indent="0">
              <a:buNone/>
              <a:defRPr sz="783"/>
            </a:lvl6pPr>
            <a:lvl7pPr marL="2148749" indent="0">
              <a:buNone/>
              <a:defRPr sz="783"/>
            </a:lvl7pPr>
            <a:lvl8pPr marL="2506873" indent="0">
              <a:buNone/>
              <a:defRPr sz="783"/>
            </a:lvl8pPr>
            <a:lvl9pPr marL="2864998" indent="0">
              <a:buNone/>
              <a:defRPr sz="78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D3CB2-36C9-2F43-815E-C0DF7EED0CB3}" type="datetimeFigureOut">
              <a:rPr lang="en-US" smtClean="0"/>
              <a:t>2/21/22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9864B-95E7-4C44-996F-AE60ECE43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113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3376" y="365760"/>
            <a:ext cx="2310189" cy="1280160"/>
          </a:xfrm>
        </p:spPr>
        <p:txBody>
          <a:bodyPr anchor="b"/>
          <a:lstStyle>
            <a:lvl1pPr>
              <a:defRPr sz="250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45123" y="789941"/>
            <a:ext cx="3626168" cy="3898900"/>
          </a:xfrm>
        </p:spPr>
        <p:txBody>
          <a:bodyPr anchor="t"/>
          <a:lstStyle>
            <a:lvl1pPr marL="0" indent="0">
              <a:buNone/>
              <a:defRPr sz="2507"/>
            </a:lvl1pPr>
            <a:lvl2pPr marL="358125" indent="0">
              <a:buNone/>
              <a:defRPr sz="2193"/>
            </a:lvl2pPr>
            <a:lvl3pPr marL="716250" indent="0">
              <a:buNone/>
              <a:defRPr sz="1880"/>
            </a:lvl3pPr>
            <a:lvl4pPr marL="1074374" indent="0">
              <a:buNone/>
              <a:defRPr sz="1567"/>
            </a:lvl4pPr>
            <a:lvl5pPr marL="1432499" indent="0">
              <a:buNone/>
              <a:defRPr sz="1567"/>
            </a:lvl5pPr>
            <a:lvl6pPr marL="1790624" indent="0">
              <a:buNone/>
              <a:defRPr sz="1567"/>
            </a:lvl6pPr>
            <a:lvl7pPr marL="2148749" indent="0">
              <a:buNone/>
              <a:defRPr sz="1567"/>
            </a:lvl7pPr>
            <a:lvl8pPr marL="2506873" indent="0">
              <a:buNone/>
              <a:defRPr sz="1567"/>
            </a:lvl8pPr>
            <a:lvl9pPr marL="2864998" indent="0">
              <a:buNone/>
              <a:defRPr sz="15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3376" y="1645920"/>
            <a:ext cx="2310189" cy="3049270"/>
          </a:xfrm>
        </p:spPr>
        <p:txBody>
          <a:bodyPr/>
          <a:lstStyle>
            <a:lvl1pPr marL="0" indent="0">
              <a:buNone/>
              <a:defRPr sz="1253"/>
            </a:lvl1pPr>
            <a:lvl2pPr marL="358125" indent="0">
              <a:buNone/>
              <a:defRPr sz="1097"/>
            </a:lvl2pPr>
            <a:lvl3pPr marL="716250" indent="0">
              <a:buNone/>
              <a:defRPr sz="940"/>
            </a:lvl3pPr>
            <a:lvl4pPr marL="1074374" indent="0">
              <a:buNone/>
              <a:defRPr sz="783"/>
            </a:lvl4pPr>
            <a:lvl5pPr marL="1432499" indent="0">
              <a:buNone/>
              <a:defRPr sz="783"/>
            </a:lvl5pPr>
            <a:lvl6pPr marL="1790624" indent="0">
              <a:buNone/>
              <a:defRPr sz="783"/>
            </a:lvl6pPr>
            <a:lvl7pPr marL="2148749" indent="0">
              <a:buNone/>
              <a:defRPr sz="783"/>
            </a:lvl7pPr>
            <a:lvl8pPr marL="2506873" indent="0">
              <a:buNone/>
              <a:defRPr sz="783"/>
            </a:lvl8pPr>
            <a:lvl9pPr marL="2864998" indent="0">
              <a:buNone/>
              <a:defRPr sz="78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D3CB2-36C9-2F43-815E-C0DF7EED0CB3}" type="datetimeFigureOut">
              <a:rPr lang="en-US" smtClean="0"/>
              <a:t>2/21/22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9864B-95E7-4C44-996F-AE60ECE43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4922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D3CB2-36C9-2F43-815E-C0DF7EED0CB3}" type="datetimeFigureOut">
              <a:rPr lang="en-US" smtClean="0"/>
              <a:t>2/21/22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9864B-95E7-4C44-996F-AE60ECE43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997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25879" y="292100"/>
            <a:ext cx="1544479" cy="464947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2443" y="292100"/>
            <a:ext cx="4543901" cy="464947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D3CB2-36C9-2F43-815E-C0DF7EED0CB3}" type="datetimeFigureOut">
              <a:rPr lang="en-US" smtClean="0"/>
              <a:t>2/21/22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9864B-95E7-4C44-996F-AE60ECE43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333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2443" y="292101"/>
            <a:ext cx="6177915" cy="1060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2443" y="1460500"/>
            <a:ext cx="6177915" cy="34810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2443" y="5085081"/>
            <a:ext cx="161163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7D3CB2-36C9-2F43-815E-C0DF7EED0CB3}" type="datetimeFigureOut">
              <a:rPr lang="en-US" smtClean="0"/>
              <a:t>2/21/22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72678" y="5085081"/>
            <a:ext cx="2417445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58728" y="5085081"/>
            <a:ext cx="161163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69864B-95E7-4C44-996F-AE60ECE43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011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16250" rtl="0" eaLnBrk="1" latinLnBrk="0" hangingPunct="1">
        <a:lnSpc>
          <a:spcPct val="90000"/>
        </a:lnSpc>
        <a:spcBef>
          <a:spcPct val="0"/>
        </a:spcBef>
        <a:buNone/>
        <a:defRPr sz="344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9062" indent="-179062" algn="l" defTabSz="716250" rtl="0" eaLnBrk="1" latinLnBrk="0" hangingPunct="1">
        <a:lnSpc>
          <a:spcPct val="90000"/>
        </a:lnSpc>
        <a:spcBef>
          <a:spcPts val="783"/>
        </a:spcBef>
        <a:buFont typeface="Arial" panose="020B0604020202020204" pitchFamily="34" charset="0"/>
        <a:buChar char="•"/>
        <a:defRPr sz="2193" kern="1200">
          <a:solidFill>
            <a:schemeClr val="tx1"/>
          </a:solidFill>
          <a:latin typeface="+mn-lt"/>
          <a:ea typeface="+mn-ea"/>
          <a:cs typeface="+mn-cs"/>
        </a:defRPr>
      </a:lvl1pPr>
      <a:lvl2pPr marL="537187" indent="-179062" algn="l" defTabSz="716250" rtl="0" eaLnBrk="1" latinLnBrk="0" hangingPunct="1">
        <a:lnSpc>
          <a:spcPct val="90000"/>
        </a:lnSpc>
        <a:spcBef>
          <a:spcPts val="392"/>
        </a:spcBef>
        <a:buFont typeface="Arial" panose="020B0604020202020204" pitchFamily="34" charset="0"/>
        <a:buChar char="•"/>
        <a:defRPr sz="1880" kern="1200">
          <a:solidFill>
            <a:schemeClr val="tx1"/>
          </a:solidFill>
          <a:latin typeface="+mn-lt"/>
          <a:ea typeface="+mn-ea"/>
          <a:cs typeface="+mn-cs"/>
        </a:defRPr>
      </a:lvl2pPr>
      <a:lvl3pPr marL="895312" indent="-179062" algn="l" defTabSz="716250" rtl="0" eaLnBrk="1" latinLnBrk="0" hangingPunct="1">
        <a:lnSpc>
          <a:spcPct val="90000"/>
        </a:lnSpc>
        <a:spcBef>
          <a:spcPts val="392"/>
        </a:spcBef>
        <a:buFont typeface="Arial" panose="020B0604020202020204" pitchFamily="34" charset="0"/>
        <a:buChar char="•"/>
        <a:defRPr sz="1567" kern="1200">
          <a:solidFill>
            <a:schemeClr val="tx1"/>
          </a:solidFill>
          <a:latin typeface="+mn-lt"/>
          <a:ea typeface="+mn-ea"/>
          <a:cs typeface="+mn-cs"/>
        </a:defRPr>
      </a:lvl3pPr>
      <a:lvl4pPr marL="1253437" indent="-179062" algn="l" defTabSz="716250" rtl="0" eaLnBrk="1" latinLnBrk="0" hangingPunct="1">
        <a:lnSpc>
          <a:spcPct val="90000"/>
        </a:lnSpc>
        <a:spcBef>
          <a:spcPts val="392"/>
        </a:spcBef>
        <a:buFont typeface="Arial" panose="020B0604020202020204" pitchFamily="34" charset="0"/>
        <a:buChar char="•"/>
        <a:defRPr sz="1410" kern="1200">
          <a:solidFill>
            <a:schemeClr val="tx1"/>
          </a:solidFill>
          <a:latin typeface="+mn-lt"/>
          <a:ea typeface="+mn-ea"/>
          <a:cs typeface="+mn-cs"/>
        </a:defRPr>
      </a:lvl4pPr>
      <a:lvl5pPr marL="1611561" indent="-179062" algn="l" defTabSz="716250" rtl="0" eaLnBrk="1" latinLnBrk="0" hangingPunct="1">
        <a:lnSpc>
          <a:spcPct val="90000"/>
        </a:lnSpc>
        <a:spcBef>
          <a:spcPts val="392"/>
        </a:spcBef>
        <a:buFont typeface="Arial" panose="020B0604020202020204" pitchFamily="34" charset="0"/>
        <a:buChar char="•"/>
        <a:defRPr sz="1410" kern="1200">
          <a:solidFill>
            <a:schemeClr val="tx1"/>
          </a:solidFill>
          <a:latin typeface="+mn-lt"/>
          <a:ea typeface="+mn-ea"/>
          <a:cs typeface="+mn-cs"/>
        </a:defRPr>
      </a:lvl5pPr>
      <a:lvl6pPr marL="1969686" indent="-179062" algn="l" defTabSz="716250" rtl="0" eaLnBrk="1" latinLnBrk="0" hangingPunct="1">
        <a:lnSpc>
          <a:spcPct val="90000"/>
        </a:lnSpc>
        <a:spcBef>
          <a:spcPts val="392"/>
        </a:spcBef>
        <a:buFont typeface="Arial" panose="020B0604020202020204" pitchFamily="34" charset="0"/>
        <a:buChar char="•"/>
        <a:defRPr sz="1410" kern="1200">
          <a:solidFill>
            <a:schemeClr val="tx1"/>
          </a:solidFill>
          <a:latin typeface="+mn-lt"/>
          <a:ea typeface="+mn-ea"/>
          <a:cs typeface="+mn-cs"/>
        </a:defRPr>
      </a:lvl6pPr>
      <a:lvl7pPr marL="2327811" indent="-179062" algn="l" defTabSz="716250" rtl="0" eaLnBrk="1" latinLnBrk="0" hangingPunct="1">
        <a:lnSpc>
          <a:spcPct val="90000"/>
        </a:lnSpc>
        <a:spcBef>
          <a:spcPts val="392"/>
        </a:spcBef>
        <a:buFont typeface="Arial" panose="020B0604020202020204" pitchFamily="34" charset="0"/>
        <a:buChar char="•"/>
        <a:defRPr sz="1410" kern="1200">
          <a:solidFill>
            <a:schemeClr val="tx1"/>
          </a:solidFill>
          <a:latin typeface="+mn-lt"/>
          <a:ea typeface="+mn-ea"/>
          <a:cs typeface="+mn-cs"/>
        </a:defRPr>
      </a:lvl7pPr>
      <a:lvl8pPr marL="2685936" indent="-179062" algn="l" defTabSz="716250" rtl="0" eaLnBrk="1" latinLnBrk="0" hangingPunct="1">
        <a:lnSpc>
          <a:spcPct val="90000"/>
        </a:lnSpc>
        <a:spcBef>
          <a:spcPts val="392"/>
        </a:spcBef>
        <a:buFont typeface="Arial" panose="020B0604020202020204" pitchFamily="34" charset="0"/>
        <a:buChar char="•"/>
        <a:defRPr sz="1410" kern="1200">
          <a:solidFill>
            <a:schemeClr val="tx1"/>
          </a:solidFill>
          <a:latin typeface="+mn-lt"/>
          <a:ea typeface="+mn-ea"/>
          <a:cs typeface="+mn-cs"/>
        </a:defRPr>
      </a:lvl8pPr>
      <a:lvl9pPr marL="3044060" indent="-179062" algn="l" defTabSz="716250" rtl="0" eaLnBrk="1" latinLnBrk="0" hangingPunct="1">
        <a:lnSpc>
          <a:spcPct val="90000"/>
        </a:lnSpc>
        <a:spcBef>
          <a:spcPts val="392"/>
        </a:spcBef>
        <a:buFont typeface="Arial" panose="020B0604020202020204" pitchFamily="34" charset="0"/>
        <a:buChar char="•"/>
        <a:defRPr sz="141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16250" rtl="0" eaLnBrk="1" latinLnBrk="0" hangingPunct="1">
        <a:defRPr sz="1410" kern="1200">
          <a:solidFill>
            <a:schemeClr val="tx1"/>
          </a:solidFill>
          <a:latin typeface="+mn-lt"/>
          <a:ea typeface="+mn-ea"/>
          <a:cs typeface="+mn-cs"/>
        </a:defRPr>
      </a:lvl1pPr>
      <a:lvl2pPr marL="358125" algn="l" defTabSz="716250" rtl="0" eaLnBrk="1" latinLnBrk="0" hangingPunct="1">
        <a:defRPr sz="1410" kern="1200">
          <a:solidFill>
            <a:schemeClr val="tx1"/>
          </a:solidFill>
          <a:latin typeface="+mn-lt"/>
          <a:ea typeface="+mn-ea"/>
          <a:cs typeface="+mn-cs"/>
        </a:defRPr>
      </a:lvl2pPr>
      <a:lvl3pPr marL="716250" algn="l" defTabSz="716250" rtl="0" eaLnBrk="1" latinLnBrk="0" hangingPunct="1">
        <a:defRPr sz="1410" kern="1200">
          <a:solidFill>
            <a:schemeClr val="tx1"/>
          </a:solidFill>
          <a:latin typeface="+mn-lt"/>
          <a:ea typeface="+mn-ea"/>
          <a:cs typeface="+mn-cs"/>
        </a:defRPr>
      </a:lvl3pPr>
      <a:lvl4pPr marL="1074374" algn="l" defTabSz="716250" rtl="0" eaLnBrk="1" latinLnBrk="0" hangingPunct="1">
        <a:defRPr sz="1410" kern="1200">
          <a:solidFill>
            <a:schemeClr val="tx1"/>
          </a:solidFill>
          <a:latin typeface="+mn-lt"/>
          <a:ea typeface="+mn-ea"/>
          <a:cs typeface="+mn-cs"/>
        </a:defRPr>
      </a:lvl4pPr>
      <a:lvl5pPr marL="1432499" algn="l" defTabSz="716250" rtl="0" eaLnBrk="1" latinLnBrk="0" hangingPunct="1">
        <a:defRPr sz="1410" kern="1200">
          <a:solidFill>
            <a:schemeClr val="tx1"/>
          </a:solidFill>
          <a:latin typeface="+mn-lt"/>
          <a:ea typeface="+mn-ea"/>
          <a:cs typeface="+mn-cs"/>
        </a:defRPr>
      </a:lvl5pPr>
      <a:lvl6pPr marL="1790624" algn="l" defTabSz="716250" rtl="0" eaLnBrk="1" latinLnBrk="0" hangingPunct="1">
        <a:defRPr sz="1410" kern="1200">
          <a:solidFill>
            <a:schemeClr val="tx1"/>
          </a:solidFill>
          <a:latin typeface="+mn-lt"/>
          <a:ea typeface="+mn-ea"/>
          <a:cs typeface="+mn-cs"/>
        </a:defRPr>
      </a:lvl6pPr>
      <a:lvl7pPr marL="2148749" algn="l" defTabSz="716250" rtl="0" eaLnBrk="1" latinLnBrk="0" hangingPunct="1">
        <a:defRPr sz="1410" kern="1200">
          <a:solidFill>
            <a:schemeClr val="tx1"/>
          </a:solidFill>
          <a:latin typeface="+mn-lt"/>
          <a:ea typeface="+mn-ea"/>
          <a:cs typeface="+mn-cs"/>
        </a:defRPr>
      </a:lvl7pPr>
      <a:lvl8pPr marL="2506873" algn="l" defTabSz="716250" rtl="0" eaLnBrk="1" latinLnBrk="0" hangingPunct="1">
        <a:defRPr sz="1410" kern="1200">
          <a:solidFill>
            <a:schemeClr val="tx1"/>
          </a:solidFill>
          <a:latin typeface="+mn-lt"/>
          <a:ea typeface="+mn-ea"/>
          <a:cs typeface="+mn-cs"/>
        </a:defRPr>
      </a:lvl8pPr>
      <a:lvl9pPr marL="2864998" algn="l" defTabSz="716250" rtl="0" eaLnBrk="1" latinLnBrk="0" hangingPunct="1">
        <a:defRPr sz="141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6F45C454-6421-3442-A1C5-C93D53D32AAB}"/>
              </a:ext>
            </a:extLst>
          </p:cNvPr>
          <p:cNvSpPr/>
          <p:nvPr/>
        </p:nvSpPr>
        <p:spPr>
          <a:xfrm>
            <a:off x="1093573" y="1264508"/>
            <a:ext cx="2940908" cy="2957384"/>
          </a:xfrm>
          <a:prstGeom prst="ellipse">
            <a:avLst/>
          </a:prstGeom>
          <a:solidFill>
            <a:schemeClr val="accent1">
              <a:alpha val="7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B179139-67CA-9140-9B11-05E3F055CC46}"/>
              </a:ext>
            </a:extLst>
          </p:cNvPr>
          <p:cNvSpPr/>
          <p:nvPr/>
        </p:nvSpPr>
        <p:spPr>
          <a:xfrm>
            <a:off x="3120081" y="1264508"/>
            <a:ext cx="2940908" cy="2957384"/>
          </a:xfrm>
          <a:prstGeom prst="ellipse">
            <a:avLst/>
          </a:prstGeom>
          <a:solidFill>
            <a:schemeClr val="accent1">
              <a:alpha val="69692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F6435B-6604-FC4C-93BC-27BD806BB7DA}"/>
              </a:ext>
            </a:extLst>
          </p:cNvPr>
          <p:cNvSpPr txBox="1"/>
          <p:nvPr/>
        </p:nvSpPr>
        <p:spPr>
          <a:xfrm>
            <a:off x="2183028" y="2397214"/>
            <a:ext cx="7578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316784-79A0-9B46-B5DC-226047D6B127}"/>
              </a:ext>
            </a:extLst>
          </p:cNvPr>
          <p:cNvSpPr txBox="1"/>
          <p:nvPr/>
        </p:nvSpPr>
        <p:spPr>
          <a:xfrm>
            <a:off x="4254839" y="2397214"/>
            <a:ext cx="7578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13348246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</TotalTime>
  <Words>2</Words>
  <Application>Microsoft Macintosh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2</cp:revision>
  <dcterms:created xsi:type="dcterms:W3CDTF">2022-02-21T23:23:58Z</dcterms:created>
  <dcterms:modified xsi:type="dcterms:W3CDTF">2022-02-21T23:27:58Z</dcterms:modified>
</cp:coreProperties>
</file>